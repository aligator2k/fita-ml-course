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Spēles</c:v>
                </c:pt>
              </c:strCache>
            </c:strRef>
          </c:tx>
          <c:spPr>
            <a:solidFill>
              <a:srgbClr val="4A7F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7FC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Zems (&lt; 4.0)</c:v>
                  </c:pt>
                  <c:pt idx="1">
                    <c:v>Augsts (≥ 4.0)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6271</c:v>
                </c:pt>
                <c:pt idx="1">
                  <c:v>2226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plat_pc</c:v>
                  </c:pt>
                  <c:pt idx="1">
                    <c:v>num_genres</c:v>
                  </c:pt>
                  <c:pt idx="2">
                    <c:v>game_series_count</c:v>
                  </c:pt>
                  <c:pt idx="3">
                    <c:v>name_length</c:v>
                  </c:pt>
                  <c:pt idx="4">
                    <c:v>genre_indie</c:v>
                  </c:pt>
                  <c:pt idx="5">
                    <c:v>playtime</c:v>
                  </c:pt>
                  <c:pt idx="6">
                    <c:v>release_year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0.0452</c:v>
                </c:pt>
                <c:pt idx="1">
                  <c:v>0.0612</c:v>
                </c:pt>
                <c:pt idx="2">
                  <c:v>0.0724</c:v>
                </c:pt>
                <c:pt idx="3">
                  <c:v>0.0808</c:v>
                </c:pt>
                <c:pt idx="4">
                  <c:v>0.0827</c:v>
                </c:pt>
                <c:pt idx="5">
                  <c:v>0.143</c:v>
                </c:pt>
                <c:pt idx="6">
                  <c:v>0.202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D4BF"/>
                </a:solidFill>
              </a:rPr>
              <a:t>FITA ML KURSS · GALA PROJEKTS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5669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Spēļu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Vērtējuma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Prognozēšana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36118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Random Forest · 8 497 spēles · Tikai PRE-release dati · Data Leakage novērsts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914400"/>
            <a:ext cx="246888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005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D4BF"/>
                </a:solidFill>
              </a:rPr>
              <a:t>0.610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Test F1 (Augsts)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2286000"/>
            <a:ext cx="246888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377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D4BF"/>
                </a:solidFill>
              </a:rPr>
              <a:t>77.5%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0" y="2926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Recall (Augsts)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3657600"/>
            <a:ext cx="246888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749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D4BF"/>
                </a:solidFill>
              </a:rPr>
              <a:t>0.602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0" y="4297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Best CV F1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Vladimirs Orlovs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Problēma un Dati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</a:rPr>
              <a:t>Biznesa jautājums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Vai spēle saņems augstu vērtējumu (≥ 4.0)?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Spēļu izdevēji var prognozēt panākumus PIRMS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izlaišanas — izmantojot tikai PRE-release datus.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4114800" cy="1554480"/>
          </a:xfrm>
          <a:prstGeom prst="rect">
            <a:avLst/>
          </a:prstGeom>
          <a:solidFill>
            <a:srgbClr val="1A1A0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34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⚠  Data Leakage novērsts pilnībā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Izmestas 6 post-release kolonnas: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completion_rate, added_status_*,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ratings_count, reviews_count,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suggestions_count, achievements_count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Tikai PRE-release dati: žanrs, platforma, gads,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playtime, name_length, num_genres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</a:rPr>
              <a:t>Target sadalījums</a:t>
            </a:r>
            <a:endParaRPr lang="en-US" sz="13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846320" y="1417320"/>
          <a:ext cx="39319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4846320" y="3749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8 497 spēles  ·  73.8% Zems  ·  26.2% Augsts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Pieeja: ML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146304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Filtrēšana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914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5740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ratings_count &gt; 10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474K → 8 497 spēles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83664" y="1600200"/>
            <a:ext cx="201168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84832" y="1005840"/>
            <a:ext cx="146304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4832" y="1051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84832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Leakage Fix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59152" y="1947672"/>
            <a:ext cx="914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30552" y="205740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Izmet 6 post-release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kolonnas pilnībā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02736" y="1600200"/>
            <a:ext cx="201168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03904" y="1005840"/>
            <a:ext cx="146304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03904" y="1051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03904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Multi-Label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078224" y="1947672"/>
            <a:ext cx="914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9624" y="205740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MultiLabelBinarizer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žanriem un platformām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21808" y="1600200"/>
            <a:ext cx="201168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22976" y="1005840"/>
            <a:ext cx="146304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22976" y="1051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22976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SimpleImputer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StandardScaler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97296" y="1947672"/>
            <a:ext cx="914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68696" y="205740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Pipeline pēc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uzdevuma spec.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40880" y="1600200"/>
            <a:ext cx="201168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42048" y="1005840"/>
            <a:ext cx="146304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42048" y="1051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42048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RF + GridCV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516368" y="1947672"/>
            <a:ext cx="914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87768" y="205740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class_weight='balanced'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Threshold tuning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611880"/>
            <a:ext cx="82296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703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  Galvenie metodoloģiskie uzlabojumi: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Dummy baseline (kontrole)  • class_weight='balanced'  • Multi-label genres/platforms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release_year_unknown flag (NE mediāna)  • Threshold tuning  • SimpleImputer Pipelinē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Modeļu Salīdzinājums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4572000" cy="329184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73152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Modelis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CV F1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Piezīmes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Dummy (most_frequent)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0.000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Kontrole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LogReg (baseline)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0.375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±0.023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Bāzes lineārs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LogReg (balanced)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0.552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±0.016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+0.18 ar balanced!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0.526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±0.017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Stabils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RF (balanced)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0.518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±0.019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Līdzīgs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Gradient Boosting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0.527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±0.006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Visstabilākais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</a:rPr>
                        <a:t>RF (GridSearchCV + balanced)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</a:rPr>
                        <a:t>0.602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D4BF"/>
                          </a:solidFill>
                        </a:rPr>
                        <a:t>✦ Labākais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212080" y="960120"/>
            <a:ext cx="36576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2120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</a:rPr>
              <a:t>Galvenā atziņa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21208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class_weight='balanced'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21208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LogReg F1: 0.375 → 0.552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21208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Klases disbalanss bija galvenā problēma,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ne lineārisms!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212080" y="2926080"/>
            <a:ext cx="36576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12080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</a:rPr>
              <a:t>GridSearchCV uzlabojums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21208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+0.227 F1  (+60%)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212080" y="3794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Best: max_depth=10, balanced, n_est=200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0B981"/>
                </a:solidFill>
              </a:rPr>
              <a:t>vs. Dummy baseline (F1=0.000) — modelis pierāda jēgu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Rezultāti un Interpretācija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196596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74.1%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(vs 73.8% Dummy)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960120"/>
            <a:ext cx="196596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0058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D4BF"/>
                </a:solidFill>
              </a:rPr>
              <a:t>0.610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14600" y="1600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F1 (Augsts)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187452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tuned threshold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196596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0058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77.5%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63440" y="1600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Recall (Augsts)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187452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atrod 3/4 labu spēļu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12280" y="960120"/>
            <a:ext cx="196596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0058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50.3%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12280" y="1600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Precision (Aug.)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12280" y="187452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puse pareizi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286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</a:rPr>
              <a:t>Top 7 svarīgākās iezīmes</a:t>
            </a:r>
            <a:endParaRPr lang="en-US" sz="12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57200" y="2606040"/>
          <a:ext cx="42062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5029200" y="2286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</a:rPr>
              <a:t>Confusion Matrix (threshold=0.448)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633472"/>
          <a:ext cx="3749040" cy="164592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Pred. Zems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Pred. Augsts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True Zems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DD4BF"/>
                          </a:solidFill>
                        </a:rPr>
                        <a:t>914 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C8181"/>
                          </a:solidFill>
                        </a:rPr>
                        <a:t>341 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51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True Augsts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C8181"/>
                          </a:solidFill>
                        </a:rPr>
                        <a:t>100 ✗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5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DD4BF"/>
                          </a:solidFill>
                        </a:rPr>
                        <a:t>345 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2E"/>
                    </a:solidFill>
                  </a:tcPr>
                </a:tc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5029200" y="4343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Threshold tuning: F1 0.606 → 0.610  ·  Recall 70.6% → 77.5%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Secinājumi un Nākamie Soļi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42062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</a:rPr>
              <a:t>✦  release_year + playtime dominē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Top iezīmes ir intuitīvi pamatotas — jaunākas un garākas spēles biežāk vērtē augstāk. genre_indie #3 — žanrs IR svarīgs.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42062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94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⚠  Data Leakage labotais ceļš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Sākotnēji F1=0.67 ar leakage. Tagad F1=0.61 GODĪGI — modelis izmanto tikai PRE-release datus un vēl pārspēj baseline.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42062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337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  Klases disbalanss BIJA problēma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6576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class_weight='balanced' uzlaboja LogReg F1 par +0.18 — vairāk nekā jebkurš algoritma maiņas efekts.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960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</a:rPr>
              <a:t>Nākamie soļi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37160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XGBoost / LightGBM — bieži pārspēj RF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Izstrādātāja vidējais reitings (PRE-release)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Budžeta un mārketinga dati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TF-IDF nosaukumiem un tagiem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Vairāk datu (ratings_count &gt; 5: +40% spēļu)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622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</a:rPr>
              <a:t>RF + GridCV  ·  CV F1 = 0.602  ·  Test F1 = 0.610  ·  Recall 77.5%  ·  release_year #1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Paldies!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DD4BF"/>
                </a:solidFill>
              </a:rPr>
              <a:t>Jautājumi?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338328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4015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</a:rPr>
              <a:t>Test F1 = 0.610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42032" y="338328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42032" y="34015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Recall 77.5%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69664" y="338328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9664" y="34015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Leakage Free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97296" y="338328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97296" y="34015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Pre-release Only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24928" y="338328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24928" y="34015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Data + Code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Vladimirs Orlovs  ·  FITA ML Kurss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RAWG Video Game Rating Prediction v3</dc:title>
  <dc:subject>PptxGenJS Presentation</dc:subject>
  <dc:creator>PptxGenJS</dc:creator>
  <cp:lastModifiedBy>PptxGenJS</cp:lastModifiedBy>
  <cp:revision>1</cp:revision>
  <dcterms:created xsi:type="dcterms:W3CDTF">2026-04-26T16:26:26Z</dcterms:created>
  <dcterms:modified xsi:type="dcterms:W3CDTF">2026-04-26T16:26:26Z</dcterms:modified>
</cp:coreProperties>
</file>